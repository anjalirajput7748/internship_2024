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sldIdLst>
    <p:sldId id="260" r:id="rId2"/>
    <p:sldId id="268" r:id="rId3"/>
    <p:sldId id="269" r:id="rId4"/>
    <p:sldId id="270" r:id="rId5"/>
    <p:sldId id="258" r:id="rId6"/>
    <p:sldId id="259" r:id="rId7"/>
    <p:sldId id="261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C75D5-3FE4-4D71-26B7-56A9358F4A2C}" v="389" dt="2024-11-25T13:37:47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7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4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88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9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04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0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26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1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0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34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84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580E69D-EA6B-4117-AFBB-7CAB23801379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5843A72-C9B4-4C32-8E84-24FF1DCEB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85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9B477-31BC-6026-8FAA-8FD02D5C9FDD}"/>
              </a:ext>
            </a:extLst>
          </p:cNvPr>
          <p:cNvSpPr txBox="1"/>
          <p:nvPr/>
        </p:nvSpPr>
        <p:spPr>
          <a:xfrm>
            <a:off x="619759" y="236679"/>
            <a:ext cx="108610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Internship Project Presentation</a:t>
            </a:r>
          </a:p>
          <a:p>
            <a:pPr algn="ctr"/>
            <a:r>
              <a:rPr lang="en-IN" sz="44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On</a:t>
            </a:r>
          </a:p>
          <a:p>
            <a:pPr algn="ctr"/>
            <a:r>
              <a:rPr lang="en-IN" sz="44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 Fraud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E0785-5A9A-E950-F700-2DF76451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220" y="2246114"/>
            <a:ext cx="1902117" cy="1767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93F5C7-F5F7-81C6-04AB-B2C8B0765E7E}"/>
              </a:ext>
            </a:extLst>
          </p:cNvPr>
          <p:cNvSpPr txBox="1"/>
          <p:nvPr/>
        </p:nvSpPr>
        <p:spPr>
          <a:xfrm>
            <a:off x="9001760" y="389988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Presented By:</a:t>
            </a:r>
          </a:p>
          <a:p>
            <a:pPr algn="l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                                                                                                                                                           1.Khushi(88)</a:t>
            </a:r>
          </a:p>
          <a:p>
            <a:pPr algn="l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                                                                                                                                                           2.Mahini Boro(101)</a:t>
            </a:r>
          </a:p>
          <a:p>
            <a:pPr algn="l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                                                                                                                                                           3.Anjali Rajput(017)</a:t>
            </a:r>
          </a:p>
        </p:txBody>
      </p:sp>
    </p:spTree>
    <p:extLst>
      <p:ext uri="{BB962C8B-B14F-4D97-AF65-F5344CB8AC3E}">
        <p14:creationId xmlns:p14="http://schemas.microsoft.com/office/powerpoint/2010/main" val="312096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B97A0-2CC3-B233-2CB1-22D1C8EAE43B}"/>
              </a:ext>
            </a:extLst>
          </p:cNvPr>
          <p:cNvSpPr txBox="1"/>
          <p:nvPr/>
        </p:nvSpPr>
        <p:spPr>
          <a:xfrm>
            <a:off x="1305599" y="783411"/>
            <a:ext cx="47899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dirty="0">
                <a:solidFill>
                  <a:schemeClr val="accent1"/>
                </a:solidFill>
                <a:latin typeface="Algerian"/>
                <a:ea typeface="Batang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024B-C9E3-2CA8-2299-629E9D9827E6}"/>
              </a:ext>
            </a:extLst>
          </p:cNvPr>
          <p:cNvSpPr txBox="1"/>
          <p:nvPr/>
        </p:nvSpPr>
        <p:spPr>
          <a:xfrm>
            <a:off x="1554437" y="2103728"/>
            <a:ext cx="8476383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Batang"/>
                <a:ea typeface="+mn-lt"/>
                <a:cs typeface="+mn-lt"/>
              </a:rPr>
              <a:t>Overview:</a:t>
            </a:r>
            <a:endParaRPr lang="en-US" b="1">
              <a:latin typeface="Batang"/>
              <a:ea typeface="Batang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Batang"/>
                <a:ea typeface="+mn-lt"/>
                <a:cs typeface="+mn-lt"/>
              </a:rPr>
              <a:t>Fraud detection is a critical challenge in the financial industry, where fraudulent activities lead to significant monetary losses. Machine learning provides an effective approach to automate fraud detection by analyzing patterns in transaction data.</a:t>
            </a:r>
            <a:endParaRPr lang="en-US">
              <a:latin typeface="Batang"/>
              <a:ea typeface="Batang"/>
            </a:endParaRPr>
          </a:p>
          <a:p>
            <a:endParaRPr lang="en-US" sz="2400" dirty="0">
              <a:latin typeface="Batang"/>
              <a:ea typeface="+mn-lt"/>
              <a:cs typeface="+mn-lt"/>
            </a:endParaRPr>
          </a:p>
          <a:p>
            <a:r>
              <a:rPr lang="en-US" b="1" dirty="0">
                <a:latin typeface="Batang"/>
                <a:ea typeface="+mn-lt"/>
                <a:cs typeface="+mn-lt"/>
              </a:rPr>
              <a:t>Objective</a:t>
            </a:r>
            <a:r>
              <a:rPr lang="en-US" dirty="0">
                <a:latin typeface="Batang"/>
                <a:ea typeface="+mn-lt"/>
                <a:cs typeface="+mn-lt"/>
              </a:rPr>
              <a:t>:</a:t>
            </a:r>
            <a:endParaRPr lang="en-US">
              <a:latin typeface="Batang"/>
              <a:ea typeface="Batang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Batang"/>
                <a:ea typeface="+mn-lt"/>
                <a:cs typeface="+mn-lt"/>
              </a:rPr>
              <a:t>The goal of this project is to develop a machine learning model capable of accurately identifying fraudulent transactions in a real-world dataset.</a:t>
            </a:r>
            <a:endParaRPr lang="en-US" dirty="0">
              <a:latin typeface="Batang"/>
            </a:endParaRPr>
          </a:p>
          <a:p>
            <a:pPr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00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EC6779-4C27-25DE-7312-18B6A8F73E9F}"/>
              </a:ext>
            </a:extLst>
          </p:cNvPr>
          <p:cNvSpPr txBox="1"/>
          <p:nvPr/>
        </p:nvSpPr>
        <p:spPr>
          <a:xfrm>
            <a:off x="1266400" y="1718283"/>
            <a:ext cx="1013368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 dirty="0">
                <a:latin typeface="Batang"/>
                <a:ea typeface="Batang"/>
              </a:rPr>
              <a:t>Context</a:t>
            </a:r>
            <a:r>
              <a:rPr lang="en-US" dirty="0">
                <a:latin typeface="Batang"/>
                <a:ea typeface="Batang"/>
              </a:rPr>
              <a:t>:</a:t>
            </a:r>
            <a:br>
              <a:rPr lang="en-US" dirty="0">
                <a:latin typeface="Batang"/>
              </a:rPr>
            </a:br>
            <a:r>
              <a:rPr lang="en-US" dirty="0">
                <a:latin typeface="Batang"/>
                <a:ea typeface="Batang"/>
              </a:rPr>
              <a:t>Fraudulent financial transactions are a growing global issue, causing significant financial losses for individuals and businesses. Detecting these fraudulent transactions manually is time-consuming, error-prone, and inefficient, especially when dealing with large volumes of transaction data.</a:t>
            </a:r>
          </a:p>
          <a:p>
            <a:endParaRPr lang="en-US" dirty="0">
              <a:latin typeface="Batang"/>
              <a:ea typeface="Batang"/>
            </a:endParaRPr>
          </a:p>
          <a:p>
            <a:endParaRPr lang="en-US" dirty="0">
              <a:latin typeface="Batang"/>
              <a:ea typeface="Batang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latin typeface="Batang"/>
                <a:ea typeface="Batang"/>
              </a:rPr>
              <a:t>Objective</a:t>
            </a:r>
            <a:r>
              <a:rPr lang="en-US" dirty="0">
                <a:latin typeface="Batang"/>
                <a:ea typeface="Batang"/>
              </a:rPr>
              <a:t>:</a:t>
            </a:r>
            <a:br>
              <a:rPr lang="en-US" dirty="0">
                <a:latin typeface="Batang"/>
              </a:rPr>
            </a:br>
            <a:r>
              <a:rPr lang="en-US" dirty="0">
                <a:latin typeface="Batang"/>
                <a:ea typeface="Batang"/>
              </a:rPr>
              <a:t>The goal of this project is to develop a machine learning model that can automatically detect fraudulent transactions in a dataset of financial transactions. The model aims to identify suspicious transactions quickly and accurately to reduce financial losses.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ADE28-20CD-63AC-91E1-90D7DF07956C}"/>
              </a:ext>
            </a:extLst>
          </p:cNvPr>
          <p:cNvSpPr txBox="1"/>
          <p:nvPr/>
        </p:nvSpPr>
        <p:spPr>
          <a:xfrm>
            <a:off x="1368444" y="677578"/>
            <a:ext cx="69352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accent1"/>
                </a:solidFill>
                <a:latin typeface="Algerian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99687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1A9A4-C4D4-7B87-C324-8AFE40F9F87B}"/>
              </a:ext>
            </a:extLst>
          </p:cNvPr>
          <p:cNvSpPr txBox="1"/>
          <p:nvPr/>
        </p:nvSpPr>
        <p:spPr>
          <a:xfrm>
            <a:off x="1129299" y="504863"/>
            <a:ext cx="592549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dirty="0">
                <a:solidFill>
                  <a:schemeClr val="accent1"/>
                </a:solidFill>
                <a:latin typeface="Algerian"/>
              </a:rPr>
              <a:t>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379B7-27CB-B855-1251-E1E4FAE4D2DE}"/>
              </a:ext>
            </a:extLst>
          </p:cNvPr>
          <p:cNvSpPr txBox="1"/>
          <p:nvPr/>
        </p:nvSpPr>
        <p:spPr>
          <a:xfrm>
            <a:off x="1129231" y="1492442"/>
            <a:ext cx="1063787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Batang"/>
                <a:ea typeface="Batang"/>
              </a:rPr>
              <a:t>Data Preprocessing</a:t>
            </a:r>
            <a:r>
              <a:rPr lang="en-US" sz="1600" dirty="0">
                <a:latin typeface="Batang"/>
                <a:ea typeface="Batang"/>
              </a:rPr>
              <a:t>:</a:t>
            </a:r>
            <a:endParaRPr lang="en-US"/>
          </a:p>
          <a:p>
            <a:pPr marL="285750" lvl="1" indent="-285750">
              <a:buFont typeface="Arial"/>
              <a:buChar char="•"/>
            </a:pPr>
            <a:r>
              <a:rPr lang="en-US" sz="1600" dirty="0">
                <a:latin typeface="Batang"/>
                <a:ea typeface="Batang"/>
              </a:rPr>
              <a:t>Cleaned and prepared the dataset by handling missing values, encoding categorical variables, and normalizing numerical features to improve model performance.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 dirty="0">
                <a:latin typeface="Batang"/>
                <a:ea typeface="Batang"/>
              </a:rPr>
              <a:t>Addressed the class imbalance problem using </a:t>
            </a:r>
            <a:r>
              <a:rPr lang="en-US" sz="1600" dirty="0" err="1">
                <a:latin typeface="Batang"/>
                <a:ea typeface="Batang"/>
              </a:rPr>
              <a:t>undersampling</a:t>
            </a:r>
            <a:r>
              <a:rPr lang="en-US" sz="1600" dirty="0">
                <a:latin typeface="Batang"/>
                <a:ea typeface="Batang"/>
              </a:rPr>
              <a:t>.</a:t>
            </a:r>
          </a:p>
          <a:p>
            <a:r>
              <a:rPr lang="en-US" sz="1600" b="1">
                <a:latin typeface="Batang"/>
                <a:ea typeface="Batang"/>
              </a:rPr>
              <a:t>Exploratory Data Analysis (EDA)</a:t>
            </a:r>
            <a:r>
              <a:rPr lang="en-US" sz="1600">
                <a:latin typeface="Batang"/>
                <a:ea typeface="Batang"/>
              </a:rPr>
              <a:t>:</a:t>
            </a: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Batang"/>
                <a:ea typeface="Batang"/>
              </a:rPr>
              <a:t>Analyzed the data distribution using visualizations such as </a:t>
            </a:r>
            <a:r>
              <a:rPr lang="en-US" sz="1600" b="1">
                <a:latin typeface="Batang"/>
                <a:ea typeface="Batang"/>
              </a:rPr>
              <a:t>pie charts</a:t>
            </a:r>
            <a:r>
              <a:rPr lang="en-US" sz="1600">
                <a:latin typeface="Batang"/>
                <a:ea typeface="Batang"/>
              </a:rPr>
              <a:t> to show the proportion of fraudulent vs. legitimate transactions and other graphs to understand feature relationships.</a:t>
            </a:r>
          </a:p>
          <a:p>
            <a:pPr marL="228600" lvl="1" indent="-228600">
              <a:buFont typeface="Arial"/>
              <a:buChar char="•"/>
            </a:pPr>
            <a:r>
              <a:rPr lang="en-US" sz="1600">
                <a:latin typeface="Batang"/>
                <a:ea typeface="Batang"/>
              </a:rPr>
              <a:t>Performed data profiling to identify patterns, outliers, and correlations.</a:t>
            </a:r>
          </a:p>
          <a:p>
            <a:r>
              <a:rPr lang="en-US" sz="1600" b="1" dirty="0">
                <a:latin typeface="Batang"/>
                <a:ea typeface="Batang"/>
              </a:rPr>
              <a:t>Feature Engineering</a:t>
            </a:r>
            <a:r>
              <a:rPr lang="en-US" sz="1600" dirty="0">
                <a:latin typeface="Batang"/>
                <a:ea typeface="Batang"/>
              </a:rPr>
              <a:t>: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 dirty="0">
                <a:latin typeface="Batang"/>
                <a:ea typeface="Batang"/>
              </a:rPr>
              <a:t>Applied </a:t>
            </a:r>
            <a:r>
              <a:rPr lang="en-US" sz="1600" b="1" dirty="0">
                <a:latin typeface="Batang"/>
                <a:ea typeface="Batang"/>
              </a:rPr>
              <a:t>linear correlation</a:t>
            </a:r>
            <a:r>
              <a:rPr lang="en-US" sz="1600" dirty="0">
                <a:latin typeface="Batang"/>
                <a:ea typeface="Batang"/>
              </a:rPr>
              <a:t> techniques to identify important features that are highly correlated with fraud, and reduced dimensionality by selecting key features.</a:t>
            </a:r>
          </a:p>
          <a:p>
            <a:r>
              <a:rPr lang="en-US" sz="1600" b="1" dirty="0">
                <a:latin typeface="Batang"/>
                <a:ea typeface="Batang"/>
              </a:rPr>
              <a:t>Model Training</a:t>
            </a:r>
            <a:r>
              <a:rPr lang="en-US" sz="1600" dirty="0">
                <a:latin typeface="Batang"/>
                <a:ea typeface="Batang"/>
              </a:rPr>
              <a:t>:</a:t>
            </a:r>
          </a:p>
          <a:p>
            <a:pPr marL="228600" lvl="1" indent="-228600">
              <a:buFont typeface="Arial"/>
              <a:buChar char="•"/>
            </a:pPr>
            <a:r>
              <a:rPr lang="en-US" sz="1600" dirty="0">
                <a:latin typeface="Batang"/>
                <a:ea typeface="Batang"/>
              </a:rPr>
              <a:t>Split the dataset into training and testing sets and applied machine learning algorithm Logistic Regression.</a:t>
            </a:r>
          </a:p>
          <a:p>
            <a:pPr marL="0" lvl="1"/>
            <a:endParaRPr lang="en-US" sz="1600" dirty="0">
              <a:latin typeface="Batang"/>
              <a:ea typeface="Batang"/>
            </a:endParaRPr>
          </a:p>
          <a:p>
            <a:r>
              <a:rPr lang="en-US" sz="1600" b="1" dirty="0">
                <a:latin typeface="Batang"/>
                <a:ea typeface="Batang"/>
              </a:rPr>
              <a:t>Model Evaluation</a:t>
            </a:r>
            <a:r>
              <a:rPr lang="en-US" sz="1600" dirty="0">
                <a:latin typeface="Batang"/>
                <a:ea typeface="Batang"/>
              </a:rPr>
              <a:t>:</a:t>
            </a:r>
          </a:p>
          <a:p>
            <a:pPr marL="228600" lvl="1" indent="-228600">
              <a:buFont typeface="Arial"/>
              <a:buChar char="•"/>
            </a:pPr>
            <a:r>
              <a:rPr lang="en-US" sz="1600" dirty="0">
                <a:latin typeface="Batang"/>
                <a:ea typeface="Batang"/>
              </a:rPr>
              <a:t>Evaluated the model’s performance using metrics such as accuracy, precision, recall, and F1-score to ensure it effectively detects fraud without generating too many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95586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5551B-1B3F-3532-ED5A-2B0E8F89DE0F}"/>
              </a:ext>
            </a:extLst>
          </p:cNvPr>
          <p:cNvSpPr txBox="1"/>
          <p:nvPr/>
        </p:nvSpPr>
        <p:spPr>
          <a:xfrm>
            <a:off x="1209040" y="754579"/>
            <a:ext cx="977392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4800" b="1" dirty="0">
                <a:solidFill>
                  <a:schemeClr val="accent4">
                    <a:lumMod val="75000"/>
                  </a:schemeClr>
                </a:solidFill>
                <a:latin typeface="Algerian"/>
              </a:rPr>
              <a:t>Work Experience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Participated in a summer internship focusing on Python Machine Learning.</a:t>
            </a:r>
          </a:p>
          <a:p>
            <a:endParaRPr lang="en-IN" dirty="0">
              <a:latin typeface="Batang"/>
              <a:ea typeface="Bat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Collaborated on a credit card fraud detection project using Python.</a:t>
            </a:r>
          </a:p>
          <a:p>
            <a:endParaRPr lang="en-IN" dirty="0">
              <a:latin typeface="Batang"/>
              <a:ea typeface="Bat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 Handled data preprocessing, visualization, and model training.</a:t>
            </a:r>
          </a:p>
          <a:p>
            <a:endParaRPr lang="en-IN" dirty="0">
              <a:latin typeface="Batang"/>
              <a:ea typeface="Bat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 Created visualizations using Matplotlib and Seaborn to identify patterns in legitimate and fraudulent transactions.</a:t>
            </a:r>
          </a:p>
          <a:p>
            <a:endParaRPr lang="en-IN" dirty="0">
              <a:latin typeface="Batang"/>
              <a:ea typeface="Bat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 Analysed the dataset to show linear correlations and selected relevant features for model training.</a:t>
            </a:r>
          </a:p>
          <a:p>
            <a:endParaRPr lang="en-IN" dirty="0">
              <a:latin typeface="Batang"/>
              <a:ea typeface="Batang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tang"/>
                <a:ea typeface="Batang"/>
              </a:rPr>
              <a:t>Built and trained a Machine Learning model to classify fraudulent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25869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69AE16-45B1-EB39-D2DC-5C87151484CA}"/>
              </a:ext>
            </a:extLst>
          </p:cNvPr>
          <p:cNvSpPr txBox="1"/>
          <p:nvPr/>
        </p:nvSpPr>
        <p:spPr>
          <a:xfrm>
            <a:off x="1107440" y="982176"/>
            <a:ext cx="1027176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4800" b="1" dirty="0">
                <a:solidFill>
                  <a:schemeClr val="accent4">
                    <a:lumMod val="75000"/>
                  </a:schemeClr>
                </a:solidFill>
                <a:latin typeface="Algerian"/>
              </a:rPr>
              <a:t>W</a:t>
            </a:r>
            <a:r>
              <a:rPr lang="en-IN" sz="4800" b="1" dirty="0">
                <a:solidFill>
                  <a:schemeClr val="accent1"/>
                </a:solidFill>
                <a:latin typeface="Algerian"/>
              </a:rPr>
              <a:t>ork</a:t>
            </a:r>
            <a:r>
              <a:rPr lang="en-IN" sz="4800" b="1" dirty="0">
                <a:solidFill>
                  <a:schemeClr val="accent4">
                    <a:lumMod val="75000"/>
                  </a:schemeClr>
                </a:solidFill>
                <a:latin typeface="Algerian"/>
              </a:rPr>
              <a:t> Outcome</a:t>
            </a:r>
          </a:p>
          <a:p>
            <a:endParaRPr lang="en-IN" dirty="0">
              <a:latin typeface="Batang"/>
              <a:ea typeface="Batang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DAEAC-A637-E2D5-974C-A0C98DDFFB35}"/>
              </a:ext>
            </a:extLst>
          </p:cNvPr>
          <p:cNvSpPr txBox="1"/>
          <p:nvPr/>
        </p:nvSpPr>
        <p:spPr>
          <a:xfrm>
            <a:off x="1297522" y="2263129"/>
            <a:ext cx="988468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buFont typeface="Arial,Sans-Serif"/>
              <a:buChar char="•"/>
            </a:pPr>
            <a:r>
              <a:rPr lang="en-IN" sz="1800" baseline="0">
                <a:latin typeface="Batang"/>
                <a:ea typeface="Arial"/>
                <a:cs typeface="Arial"/>
              </a:rPr>
              <a:t>Successfully identified key features influencing credit card fraud detection.</a:t>
            </a:r>
            <a:r>
              <a:rPr lang="en-US" sz="1800">
                <a:latin typeface="Batang"/>
                <a:ea typeface="Arial"/>
                <a:cs typeface="Arial"/>
              </a:rPr>
              <a:t>​</a:t>
            </a:r>
          </a:p>
          <a:p>
            <a:pPr rtl="0"/>
            <a:r>
              <a:rPr lang="en-IN" sz="1800">
                <a:latin typeface="Batang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Arial,Sans-Serif"/>
              <a:buChar char="•"/>
            </a:pPr>
            <a:r>
              <a:rPr lang="en-IN" sz="1800" baseline="0">
                <a:latin typeface="Batang"/>
                <a:ea typeface="Arial"/>
                <a:cs typeface="Arial"/>
              </a:rPr>
              <a:t>Achieved a precision score of 0.9, indicating high accuracy in predicting fraudulent transactions.</a:t>
            </a:r>
            <a:r>
              <a:rPr lang="en-US" sz="1800">
                <a:latin typeface="Batang"/>
                <a:ea typeface="Arial"/>
                <a:cs typeface="Arial"/>
              </a:rPr>
              <a:t>​</a:t>
            </a:r>
          </a:p>
          <a:p>
            <a:pPr rtl="0"/>
            <a:r>
              <a:rPr lang="en-IN" sz="1800">
                <a:latin typeface="Batang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Arial,Sans-Serif"/>
              <a:buChar char="•"/>
            </a:pPr>
            <a:r>
              <a:rPr lang="en-IN" sz="1800" baseline="0">
                <a:latin typeface="Batang"/>
                <a:ea typeface="Arial"/>
                <a:cs typeface="Arial"/>
              </a:rPr>
              <a:t>Enhanced the understanding of data visualization techniques and model evaluation in Python ML.</a:t>
            </a:r>
            <a:r>
              <a:rPr lang="en-US" sz="1800">
                <a:latin typeface="Batang"/>
                <a:ea typeface="Arial"/>
                <a:cs typeface="Arial"/>
              </a:rPr>
              <a:t>​</a:t>
            </a:r>
          </a:p>
          <a:p>
            <a:pPr rtl="0"/>
            <a:r>
              <a:rPr lang="en-IN" sz="1800">
                <a:latin typeface="Batang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Arial,Sans-Serif"/>
              <a:buChar char="•"/>
            </a:pPr>
            <a:r>
              <a:rPr lang="en-IN" sz="1800" baseline="0">
                <a:latin typeface="Batang"/>
                <a:ea typeface="Arial"/>
                <a:cs typeface="Arial"/>
              </a:rPr>
              <a:t>Contributed to a working fraud detection model that can be applied in real-world scenarios for financial security.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0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AE02C5-06CB-32E8-B032-E113D284C5DB}"/>
              </a:ext>
            </a:extLst>
          </p:cNvPr>
          <p:cNvSpPr txBox="1"/>
          <p:nvPr/>
        </p:nvSpPr>
        <p:spPr>
          <a:xfrm>
            <a:off x="660400" y="2369811"/>
            <a:ext cx="4175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Research 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31ACB22-A8EB-A493-B6A1-19B453446A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7DD0AFD-20F0-4911-C9D7-F5685E512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3120" y="706120"/>
            <a:ext cx="5252720" cy="525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64E1678-DCEE-8842-206F-B83F101061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7840" y="411150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7813C8E-F5E9-7D81-B691-F373BF081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3120" y="706120"/>
            <a:ext cx="3027680" cy="30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A document with text on it&#10;&#10;Description automatically generated">
            <a:extLst>
              <a:ext uri="{FF2B5EF4-FFF2-40B4-BE49-F238E27FC236}">
                <a16:creationId xmlns:a16="http://schemas.microsoft.com/office/drawing/2014/main" id="{6A653E0C-C140-6860-1C7A-E7F49DB7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20" y="276498"/>
            <a:ext cx="7213600" cy="6305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F46147-0388-7FDB-65E6-BCDF689079C9}"/>
              </a:ext>
            </a:extLst>
          </p:cNvPr>
          <p:cNvSpPr txBox="1"/>
          <p:nvPr/>
        </p:nvSpPr>
        <p:spPr>
          <a:xfrm>
            <a:off x="1158240" y="3472526"/>
            <a:ext cx="3535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PAPER</a:t>
            </a:r>
          </a:p>
        </p:txBody>
      </p:sp>
    </p:spTree>
    <p:extLst>
      <p:ext uri="{BB962C8B-B14F-4D97-AF65-F5344CB8AC3E}">
        <p14:creationId xmlns:p14="http://schemas.microsoft.com/office/powerpoint/2010/main" val="165306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90308E-D160-47A9-C932-0C3D445998BA}"/>
              </a:ext>
            </a:extLst>
          </p:cNvPr>
          <p:cNvSpPr txBox="1"/>
          <p:nvPr/>
        </p:nvSpPr>
        <p:spPr>
          <a:xfrm>
            <a:off x="355600" y="161496"/>
            <a:ext cx="7995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Internship Certificate</a:t>
            </a:r>
          </a:p>
        </p:txBody>
      </p:sp>
      <p:pic>
        <p:nvPicPr>
          <p:cNvPr id="8" name="Picture 7" descr="A certificate of excellence for women&#10;&#10;Description automatically generated">
            <a:extLst>
              <a:ext uri="{FF2B5EF4-FFF2-40B4-BE49-F238E27FC236}">
                <a16:creationId xmlns:a16="http://schemas.microsoft.com/office/drawing/2014/main" id="{DEEBA3CA-9453-DF52-5AD2-7C870A8BB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25" y="957634"/>
            <a:ext cx="76009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62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ertificate of excellence for women&#10;&#10;Description automatically generated">
            <a:extLst>
              <a:ext uri="{FF2B5EF4-FFF2-40B4-BE49-F238E27FC236}">
                <a16:creationId xmlns:a16="http://schemas.microsoft.com/office/drawing/2014/main" id="{4DAB5266-C82F-1216-52EB-97FA85D18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62" y="604837"/>
            <a:ext cx="79914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9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ertificate of completion&#10;&#10;Description automatically generated">
            <a:extLst>
              <a:ext uri="{FF2B5EF4-FFF2-40B4-BE49-F238E27FC236}">
                <a16:creationId xmlns:a16="http://schemas.microsoft.com/office/drawing/2014/main" id="{8D5A408D-DB2B-7D70-4D15-DDF102976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075" y="628650"/>
            <a:ext cx="79438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4403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168</TotalTime>
  <Words>178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Mahini Boro</dc:creator>
  <cp:lastModifiedBy>Mahini Boro</cp:lastModifiedBy>
  <cp:revision>117</cp:revision>
  <dcterms:created xsi:type="dcterms:W3CDTF">2024-11-13T08:07:23Z</dcterms:created>
  <dcterms:modified xsi:type="dcterms:W3CDTF">2024-11-25T13:38:32Z</dcterms:modified>
</cp:coreProperties>
</file>